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9">
  <a:themeElements>
    <a:clrScheme name="Theme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Theme19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贱箭涧</cp:lastModifiedBy>
  <cp:revision>1</cp:revision>
  <dcterms:created xsi:type="dcterms:W3CDTF">2024-12-27T10:17:50Z</dcterms:created>
  <dcterms:modified xsi:type="dcterms:W3CDTF">2024-12-27T10:17:50Z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F4DC319AFFC948BD82F06E583731912E_12</vt:lpwstr>
  </property>
  <property fmtid="{D5CDD505-2E9C-101B-9397-08002B2CF9AE}" pid="3" name="KSOProductBuildVer">
    <vt:lpwstr>2052-12.1.0.19302</vt:lpwstr>
  </property>
</Properties>
</file>